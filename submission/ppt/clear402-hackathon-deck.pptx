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748608aa1c47e7" /><Relationship Type="http://schemas.openxmlformats.org/officeDocument/2006/relationships/extended-properties" Target="/docProps/app.xml" Id="R1df1babbe99741c1" /><Relationship Type="http://schemas.openxmlformats.org/officeDocument/2006/relationships/officeDocument" Target="/ppt/presentation.xml" Id="Rb467ce928d044a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9ba14e28824652"/>
  </p:sldMasterIdLst>
  <p:notesMasterIdLst>
    <p:notesMasterId xmlns:r="http://schemas.openxmlformats.org/officeDocument/2006/relationships" r:id="R4ef6ec744483413b"/>
  </p:notesMasterIdLst>
  <p:sldIdLst>
    <p:sldId xmlns:r="http://schemas.openxmlformats.org/officeDocument/2006/relationships" id="256" r:id="R3863a75fc5814724"/>
    <p:sldId xmlns:r="http://schemas.openxmlformats.org/officeDocument/2006/relationships" id="257" r:id="R0b7c715620f64adc"/>
    <p:sldId xmlns:r="http://schemas.openxmlformats.org/officeDocument/2006/relationships" id="258" r:id="R3a37d571a27d4abd"/>
    <p:sldId xmlns:r="http://schemas.openxmlformats.org/officeDocument/2006/relationships" id="259" r:id="Rf1c64ba6652b4ee7"/>
    <p:sldId xmlns:r="http://schemas.openxmlformats.org/officeDocument/2006/relationships" id="260" r:id="R0f5193f41d2c422e"/>
    <p:sldId xmlns:r="http://schemas.openxmlformats.org/officeDocument/2006/relationships" id="261" r:id="Rb5981b7066924742"/>
    <p:sldId xmlns:r="http://schemas.openxmlformats.org/officeDocument/2006/relationships" id="262" r:id="Rd18f97bb51b74ade"/>
    <p:sldId xmlns:r="http://schemas.openxmlformats.org/officeDocument/2006/relationships" id="263" r:id="R21a64d52d1d7495e"/>
    <p:sldId xmlns:r="http://schemas.openxmlformats.org/officeDocument/2006/relationships" id="264" r:id="Re53ddc69340d47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6f471f960247be" /><Relationship Type="http://schemas.openxmlformats.org/officeDocument/2006/relationships/slideMaster" Target="/ppt/slideMasters/slideMaster1.xml" Id="Rb99ba14e28824652" /><Relationship Type="http://schemas.openxmlformats.org/officeDocument/2006/relationships/notesMaster" Target="/ppt/notesMasters/notesMaster1.xml" Id="R4ef6ec744483413b" /><Relationship Type="http://schemas.openxmlformats.org/officeDocument/2006/relationships/presProps" Target="/ppt/presProps.xml" Id="R3c422e024388401a" /><Relationship Type="http://schemas.openxmlformats.org/officeDocument/2006/relationships/viewProps" Target="/ppt/viewProps.xml" Id="Rdd7c25280c8941cb" /><Relationship Type="http://schemas.openxmlformats.org/officeDocument/2006/relationships/tableStyles" Target="/ppt/tableStyles.xml" Id="Rdb64328fbeb64408" /><Relationship Type="http://schemas.openxmlformats.org/officeDocument/2006/relationships/slide" Target="/ppt/slides/slide1.xml" Id="R3863a75fc5814724" /><Relationship Type="http://schemas.openxmlformats.org/officeDocument/2006/relationships/slide" Target="/ppt/slides/slide2.xml" Id="R0b7c715620f64adc" /><Relationship Type="http://schemas.openxmlformats.org/officeDocument/2006/relationships/slide" Target="/ppt/slides/slide3.xml" Id="R3a37d571a27d4abd" /><Relationship Type="http://schemas.openxmlformats.org/officeDocument/2006/relationships/slide" Target="/ppt/slides/slide4.xml" Id="Rf1c64ba6652b4ee7" /><Relationship Type="http://schemas.openxmlformats.org/officeDocument/2006/relationships/slide" Target="/ppt/slides/slide5.xml" Id="R0f5193f41d2c422e" /><Relationship Type="http://schemas.openxmlformats.org/officeDocument/2006/relationships/slide" Target="/ppt/slides/slide6.xml" Id="Rb5981b7066924742" /><Relationship Type="http://schemas.openxmlformats.org/officeDocument/2006/relationships/slide" Target="/ppt/slides/slide7.xml" Id="Rd18f97bb51b74ade" /><Relationship Type="http://schemas.openxmlformats.org/officeDocument/2006/relationships/slide" Target="/ppt/slides/slide8.xml" Id="R21a64d52d1d7495e" /><Relationship Type="http://schemas.openxmlformats.org/officeDocument/2006/relationships/slide" Target="/ppt/slides/slide9.xml" Id="Re53ddc69340d47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a682501d8e49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13451840f94815" /><Relationship Type="http://schemas.openxmlformats.org/officeDocument/2006/relationships/notesMaster" Target="/ppt/notesMasters/notesMaster1.xml" Id="R067bd4e68dd540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cf10a0eb4b43bd" /><Relationship Type="http://schemas.openxmlformats.org/officeDocument/2006/relationships/notesMaster" Target="/ppt/notesMasters/notesMaster1.xml" Id="Ree6b16bdc3e24b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fd2e1cb85b41c5" /><Relationship Type="http://schemas.openxmlformats.org/officeDocument/2006/relationships/notesMaster" Target="/ppt/notesMasters/notesMaster1.xml" Id="R7cf6760762554f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7ad77bd9174c42" /><Relationship Type="http://schemas.openxmlformats.org/officeDocument/2006/relationships/notesMaster" Target="/ppt/notesMasters/notesMaster1.xml" Id="Rd1cfd3d5487049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bb75d35d224c7b" /><Relationship Type="http://schemas.openxmlformats.org/officeDocument/2006/relationships/notesMaster" Target="/ppt/notesMasters/notesMaster1.xml" Id="R2525a838a84241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778efcea63499d" /><Relationship Type="http://schemas.openxmlformats.org/officeDocument/2006/relationships/notesMaster" Target="/ppt/notesMasters/notesMaster1.xml" Id="Rcd2dc6bdfc1a43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2e323977ba45bb" /><Relationship Type="http://schemas.openxmlformats.org/officeDocument/2006/relationships/notesMaster" Target="/ppt/notesMasters/notesMaster1.xml" Id="R92293499c04844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017c538817495b" /><Relationship Type="http://schemas.openxmlformats.org/officeDocument/2006/relationships/notesMaster" Target="/ppt/notesMasters/notesMaster1.xml" Id="Rfd6ac093365648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30c08934ed40f8" /><Relationship Type="http://schemas.openxmlformats.org/officeDocument/2006/relationships/notesMaster" Target="/ppt/notesMasters/notesMaster1.xml" Id="R84291d92a1c948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cd2d8f56c41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6fb0ed351e4890" /><Relationship Type="http://schemas.openxmlformats.org/officeDocument/2006/relationships/slideLayout" Target="/ppt/slideLayouts/slideLayout1.xml" Id="Rd988c2c8238b41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88c2c8238b41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a6de1eb704e7d" /><Relationship Type="http://schemas.openxmlformats.org/officeDocument/2006/relationships/image" Target="/ppt/media/image.png" Id="R58c8355ec44044e1" /><Relationship Type="http://schemas.openxmlformats.org/officeDocument/2006/relationships/notesSlide" Target="/ppt/notesSlides/notesSlide1.xml" Id="Rd257585e7d5542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ec7867e774749" /><Relationship Type="http://schemas.openxmlformats.org/officeDocument/2006/relationships/notesSlide" Target="/ppt/notesSlides/notesSlide2.xml" Id="R313bcfe43b894c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86a62694740cb" /><Relationship Type="http://schemas.openxmlformats.org/officeDocument/2006/relationships/notesSlide" Target="/ppt/notesSlides/notesSlide3.xml" Id="R168ac6f7b6464b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0e0400576498a" /><Relationship Type="http://schemas.openxmlformats.org/officeDocument/2006/relationships/notesSlide" Target="/ppt/notesSlides/notesSlide4.xml" Id="R0076dbdb586642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db817a38340fa" /><Relationship Type="http://schemas.openxmlformats.org/officeDocument/2006/relationships/image" Target="/ppt/media/image2.png" Id="Reb8c6f49cdb04f98" /><Relationship Type="http://schemas.openxmlformats.org/officeDocument/2006/relationships/notesSlide" Target="/ppt/notesSlides/notesSlide5.xml" Id="R5f69d79cbf1a4d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809ac11ca435d" /><Relationship Type="http://schemas.openxmlformats.org/officeDocument/2006/relationships/notesSlide" Target="/ppt/notesSlides/notesSlide6.xml" Id="R29ebf543677347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e266dfe1749a3" /><Relationship Type="http://schemas.openxmlformats.org/officeDocument/2006/relationships/notesSlide" Target="/ppt/notesSlides/notesSlide7.xml" Id="Rbfb7728a632a47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a7536155049e5" /><Relationship Type="http://schemas.openxmlformats.org/officeDocument/2006/relationships/notesSlide" Target="/ppt/notesSlides/notesSlide8.xml" Id="Rd4c146c191e340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ad8816a234fef" /><Relationship Type="http://schemas.openxmlformats.org/officeDocument/2006/relationships/image" Target="/ppt/media/image.jpeg" Id="Ra111ab4f247d4c8d" /><Relationship Type="http://schemas.openxmlformats.org/officeDocument/2006/relationships/image" Target="/ppt/media/image2.jpeg" Id="Rd1bc80476d934512" /><Relationship Type="http://schemas.openxmlformats.org/officeDocument/2006/relationships/image" Target="/ppt/media/image3.png" Id="R09afbe326481448a" /><Relationship Type="http://schemas.openxmlformats.org/officeDocument/2006/relationships/image" Target="/ppt/media/image4.png" Id="Rdb954dab15c94376" /><Relationship Type="http://schemas.openxmlformats.org/officeDocument/2006/relationships/image" Target="/ppt/media/image5.png" Id="R6aceaa309a324ddf" /><Relationship Type="http://schemas.openxmlformats.org/officeDocument/2006/relationships/notesSlide" Target="/ppt/notesSlides/notesSlide9.xml" Id="R7c50c4b5e50147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F4083E-A972-4A96-9FF7-E22F4501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4D970-3955-49FF-B5BE-FE73B58D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8355ec44044e1"/>
          <a:stretch xmlns:a="http://schemas.openxmlformats.org/drawingml/2006/main"/>
        </p:blipFill>
        <p:spPr>
          <a:xfrm xmlns:a="http://schemas.openxmlformats.org/drawingml/2006/main">
            <a:off x="666750" y="666750"/>
            <a:ext cx="4381500" cy="3286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8AA96-507D-4F34-A148-DCD868A1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04775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Clear402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73281-CAC4-4F2D-B254-2F9F1E89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52625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CAW-backed x402 guard and evidence workflow for safer agent-native HTTP 402 payments.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08269-071B-4A12-9512-E8B8076D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38550"/>
            <a:ext cx="514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x402 lets agents pay. Clear402 makes those payments safer through Cobo Agentic Wallet boundaries, guard evidence, and attack-lab checks.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D29A4-9DA2-454A-8BCC-26D84418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61975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1C75B"/>
                </a:solidFill>
                <a:latin typeface="Aptos"/>
                <a:ea typeface="Aptos"/>
                <a:cs typeface="Aptos"/>
              </a:rPr>
              <a:t>OriginShift | Every shift starts from one origin.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3B52B-9E32-4163-80FA-8151147E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9626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Simulation / rehearsal deck. Formal PPT and video are being urgently polished.</a:t>
            </a:r>
          </a:p>
        </p:txBody>
      </p:sp>
    </p:spTree>
    <p:extLst>
      <p:ext uri="{BB962C8B-B14F-4D97-AF65-F5344CB8AC3E}">
        <p14:creationId xmlns:p14="http://schemas.microsoft.com/office/powerpoint/2010/main" val="6310013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376869-BCD3-46C9-9A84-841E809B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6D381-4922-4FEA-AD59-06F0002C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063DE-6800-44E8-8DB6-587AB731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Clear402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0D129-0720-4B18-8208-CC0F15FE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53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OriginShift | Hackathon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20133-C059-4AEB-81DB-21FF4273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C75B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26D48-1C9F-4A31-8C94-9168E96E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HTTP 402 becomes risky when agents pay without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40441-1251-4CE7-B8F1-025AC1FC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An autonomous payment header is only one piece of the evidence chain.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D4F75-F26C-45DB-8584-26D34CCF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161E8-04B2-44E9-9150-3DE1DE7D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DCBF8-3037-48BE-90CA-D5865B82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Protocol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E376E-563C-48C5-95EE-4FB95A89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72415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Payment proof can drift from the exact resource, provider, amount, network, or delivery state.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29885-AACB-4F9B-9420-CE499D0C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2D943-09EE-4343-939F-892F0EE0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1DDF5-5AA8-47B3-B26C-DCEC311E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527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C75B"/>
                </a:solidFill>
                <a:latin typeface="Aptos"/>
                <a:ea typeface="Aptos"/>
                <a:cs typeface="Aptos"/>
              </a:rPr>
              <a:t>Wallet 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3E23D-D756-4DF3-A652-DC321730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95600"/>
            <a:ext cx="272415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Blind signing, unlimited approvals, replayed nonces, and budget races can move funds outside the intended mission.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75979-8A74-46D5-9D07-9A4B6BCF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D5158-4109-4D47-852B-DEA5EB30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49337-A12E-4F0C-9953-2A136CD6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527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Evidence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B7650-0A2E-41BD-888A-87FF07DD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72415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PII can leak through metadata and receipts can claim delivery even when the paid service was denied or malformed.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20EB9-AA1F-4106-A7AD-512839DB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Clear402 treats x402 payment as a guard-and-evidence workflow, not a single checkout action.</a:t>
            </a:r>
          </a:p>
        </p:txBody>
      </p:sp>
    </p:spTree>
    <p:extLst>
      <p:ext uri="{BB962C8B-B14F-4D97-AF65-F5344CB8AC3E}">
        <p14:creationId xmlns:p14="http://schemas.microsoft.com/office/powerpoint/2010/main" val="8105066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A31CA2-D749-4B1F-929F-A6C44463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25531-12B9-41B5-A0FF-8D3BA62B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72559-9B5D-4588-AAF8-1F1F0132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Clear402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CB65C-E3DA-4C38-B8E6-48C1EADE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53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OriginShift | Hackathon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FEAC3-7E37-43EA-9239-50B70E75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C75B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C8EB0-F74B-429C-AA0A-4D59A2FC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hardened x402 runtime sits between the agent, wallet, provider, and evidence pack.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2D65E-4F03-4B3F-A8E9-C89E0559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Official CAW remains the funds boundary; Clear402 adds safety checks before and after payment.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E67D5-E46E-4EE8-BFAC-8991306C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32F9F-ACAB-45C2-BA08-4234E48F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75B"/>
          </a:solidFill>
          <a:ln xmlns:a="http://schemas.openxmlformats.org/drawingml/2006/main" w="0">
            <a:solidFill>
              <a:srgbClr val="F1C7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5F4C6-7145-419C-90BA-E4008429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B72CD-5C55-4D9A-90A0-D12F0C3D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860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Normalize the challenge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A22BB-C05A-4AAC-B1A6-379DBF3D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90825"/>
            <a:ext cx="2609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Bind method, URL, body hash, provider, amount, network, asset, and settlement path into PaymentContext.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2EB97-C7E4-4FDD-AB48-F2D311A7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F0F8E-9223-40C3-B31A-2B82CEEC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95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FD4E0-8A89-43E0-9D1F-A729C6C4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5336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E6E27-449F-4BF8-9BB7-74C24E59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860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Guard before funds move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2ADCD-9A42-493C-B37B-69A3927D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790825"/>
            <a:ext cx="2609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Provider trust, quote lock, nonce lock, budget ledger, metadata firewall, and clearsig semantic checks.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634F0-7E89-4F86-9139-8EB856E4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F2A4FA-B091-47DD-8F34-E8D6480E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95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D7BD19-367E-4C11-83FC-DAA88D6A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336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5D65B-710B-4652-A479-E33C16F6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860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Execute through CAW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5064F9-B121-47E0-8C10-1D684A6D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90825"/>
            <a:ext cx="2609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Recorded Sepolia evidence shows CAW allow and destination-allowlist denial with request and pact IDs.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46DF1-D140-454E-BC75-42A83ECB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8145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5A331-42C2-49C5-84CE-932587EE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33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FB6DC7-8C50-4FB9-BDF7-78BF4E16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719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B238EB-3BF0-416E-AC98-D0B07080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243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Verify service delivery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64B874-BBAF-47FF-989B-FAD8B2DB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29125"/>
            <a:ext cx="2609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Receipt verifier detects paid-but-denied and malformed delivery instead of trusting provider text.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CDF052-6CF3-4C08-B3C2-3639EDAB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8614E3-0A8E-46C6-A940-A1986FB1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8"/>
          </a:solidFill>
          <a:ln xmlns:a="http://schemas.openxmlformats.org/drawingml/2006/main" w="0">
            <a:solidFill>
              <a:srgbClr val="D6A6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C49454-7B0A-401F-BADD-BB661355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8D9A96-4F6A-45DF-9C24-B96EC014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243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Export auditable 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713A25-71F1-4577-B5E1-CF7BBDD4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29125"/>
            <a:ext cx="2609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Dashboard exports JSON/Markdown evidence with live, fallback, and mock labels kept explicit.</a:t>
            </a:r>
          </a:p>
        </p:txBody>
      </p:sp>
    </p:spTree>
    <p:extLst>
      <p:ext uri="{BB962C8B-B14F-4D97-AF65-F5344CB8AC3E}">
        <p14:creationId xmlns:p14="http://schemas.microsoft.com/office/powerpoint/2010/main" val="19432936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307408-8617-47DE-98BE-41C3FBCA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39913-CB6D-4087-856D-5EDC6211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EFB7B-55B1-4839-9A79-7BD75DC9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Clear402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8797A-DF0A-4EB0-8A65-10718405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53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OriginShift | Hackathon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52490-95B9-49B3-877B-3147C9FD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C75B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72F5C-FDE9-4DB1-AE51-2FF59B43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Four services create one inspectable payment control plane.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AD82B-F714-47B4-9905-DF4D51F1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21571-4DB6-4437-97D1-CCA4B3F5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4917E-157E-4F0B-BACE-C4B8E0FA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9D9B5-2934-445C-ABC7-125A4681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90875"/>
            <a:ext cx="1847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Next.js operator console\nmissions, attack state, export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90C23-A575-4BD2-9996-BED3B5FF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E1ED7-5D1F-4F4B-A420-E97CDA64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DAF3D-CECD-47B7-B480-73796ADC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003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6A532-B4D9-475E-9C1F-66F7DDB2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190875"/>
            <a:ext cx="1847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Guard pipeline\nCAW adapter, SQLite,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8CE92-CA9E-4745-8C59-4058E5DF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5FEC9-F5DF-40DB-9234-C4819A88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2FB94-420E-4F1E-8628-45EC03C8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Provider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F024C-5E9E-473F-82D9-EFF6829A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90875"/>
            <a:ext cx="1847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Local x402 service\n402 challenge, proof, receipt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BE429-C289-48C6-9422-09931E22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717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94E04A-A987-44A3-B83F-743258A0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717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56F0A-BD17-4D2F-8AE5-DC1DB8E2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8003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Attack Lab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C003F-028C-4BF4-9D85-216DB78A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190875"/>
            <a:ext cx="1847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16 fixtures\nreal local guard 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38638-728F-4464-9814-9F7227D9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670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9584B9-3E90-4BFE-B606-F3AA219E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81350"/>
            <a:ext cx="142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CDBA70-7627-4C74-B0C1-AB62E71B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2670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D07A6F-16AA-4DD1-9232-114D0D14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81350"/>
            <a:ext cx="142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25C847-D18F-41C0-883B-E51E13A5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670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8DF1C3-F96B-4799-ABC3-C81E6EB7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81350"/>
            <a:ext cx="142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B59008-089A-4E22-9FF0-91789DD5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704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7387A6-6257-4CD7-9FCC-7C0B117A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C75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1C75B"/>
                </a:solidFill>
                <a:latin typeface="Aptos Display"/>
                <a:ea typeface="Aptos Display"/>
                <a:cs typeface="Aptos Display"/>
              </a:rPr>
              <a:t>CAW boundary + evidence docs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CC2668-1E1E-4F8D-8620-18CAE89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10125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Recorded Sepolia tx, recorded policy denial, sample evidence pack, limitations, security boundaries, demo script, and final gate report.</a:t>
            </a:r>
          </a:p>
        </p:txBody>
      </p:sp>
    </p:spTree>
    <p:extLst>
      <p:ext uri="{BB962C8B-B14F-4D97-AF65-F5344CB8AC3E}">
        <p14:creationId xmlns:p14="http://schemas.microsoft.com/office/powerpoint/2010/main" val="7806988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36E0D9-31CE-44F3-9FF5-61BFD433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5E4BD-466E-4B36-B7E0-E006B8F4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0DA87-5775-431C-83AB-C685E3B2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Clear402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EBBB0-E9D7-40BF-8E96-43363740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53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OriginShift | Hackathon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06F22-F065-489F-BD67-6C7E3341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C75B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37607-2DC4-415E-9DF9-8C4AD6B0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browser demo shows happy, denied, attack, and evidence-export paths.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c6f49cdb04f98"/>
          <a:stretch xmlns:a="http://schemas.openxmlformats.org/drawingml/2006/main"/>
        </p:blipFill>
        <p:spPr>
          <a:xfrm xmlns:a="http://schemas.openxmlformats.org/drawingml/2006/main">
            <a:off x="1551821" y="2038350"/>
            <a:ext cx="4840207" cy="3695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53B02-2328-412F-B0F5-E6CD9CC4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33337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C67B1-659A-419F-AFDB-9F20FDCC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738C6-22E9-4613-8E5B-9B7F6D31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Create mission and receive an x402-style 402 challenge.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23920-9042-4924-8866-6D5DFAC2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BE104-3BAE-4899-AFCF-AC4E5614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7180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Run guard preflight before any ordinary dashboard payment state.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B1D75-9A10-4501-BA00-96901F73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06F03-279A-4BBA-AAC8-6AB71ABE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6235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Execute demo/fallback payment path without claiming live tx hash.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F7318-F861-4F77-B779-F149DE30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8347D-ADF4-46C0-A792-81081362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Show denied and attack evidence in the operator console.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D0089-ACF0-4B06-B5F8-AD00DB6D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19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AE099-F225-4401-9B92-280D96C0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4345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Export evidence as JSON and Markdown for review.</a:t>
            </a:r>
          </a:p>
        </p:txBody>
      </p:sp>
    </p:spTree>
    <p:extLst>
      <p:ext uri="{BB962C8B-B14F-4D97-AF65-F5344CB8AC3E}">
        <p14:creationId xmlns:p14="http://schemas.microsoft.com/office/powerpoint/2010/main" val="12056018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4235D7-6FB5-4847-8013-934B0B9D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57CBE-BD66-4920-B893-1216CCA3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2994B-FB05-4100-A235-C8320099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Clear402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178A1-D586-490B-86DA-C4EFBC70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53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OriginShift | Hackathon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D2B3B-C414-43A2-B776-1E16A708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C75B"/>
                </a:solidFill>
                <a:latin typeface="Aptos"/>
                <a:ea typeface="Aptos"/>
                <a:cs typeface="Aptos"/>
              </a:rPr>
              <a:t>ATTACK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036F8-C4F3-4DBF-8592-385598E3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demo gate blocks all 16 attack fixtures through the real guard pipeline.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D7E4F-E710-4F3C-88F2-7BC2E010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035DC-0BAC-405E-9CFA-27121433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16/16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3E4D6-F155-4F91-AA56-CD482124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attack scenarios blocked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D231B-4C98-463C-9E9D-BE526C47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76450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23E64-5CD8-44A2-8808-025B3F9C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2885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37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DD1E4-CAEC-447B-AF0B-21B806DE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65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runtime guard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91DB5-4A93-4084-B979-EAD55C73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76450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08A92-2A62-40F8-AE91-70E4E7EB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2885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1C75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1C75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E4DEB-80F2-4BFF-834C-9020F0B2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765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browser E2E projects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F0A71-0D8E-46B0-9B44-A4265B86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85F23-8EB5-4B4D-BE60-0737A633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53CFE-4DD0-4293-A7FE-1A92AA41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765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final gate commands 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66353-3651-4DEA-85CC-634E4133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DC179-7EA5-4962-A74B-13D635CE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C75B"/>
                </a:solidFill>
                <a:latin typeface="Aptos"/>
                <a:ea typeface="Aptos"/>
                <a:cs typeface="Aptos"/>
              </a:rPr>
              <a:t>Replay / substitution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5E5F8-31A0-49EF-8956-F9D0525A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95700"/>
            <a:ext cx="695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replay_same_proof, cross_resource_substitution, settlement_path_substitution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7288A9-53DE-4CE5-AD8F-FCA1D71C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DBABB7-A92A-4E28-97EF-17D8E421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52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C75B"/>
                </a:solidFill>
                <a:latin typeface="Aptos"/>
                <a:ea typeface="Aptos"/>
                <a:cs typeface="Aptos"/>
              </a:rPr>
              <a:t>Wallet / calldata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61DB9-7594-4946-888E-15C5BD72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52900"/>
            <a:ext cx="695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dynamic_price_overspend, malicious_approve, multicall_hidden_operation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F5933-1D98-40EB-9058-22AFD1F0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906D60-EB94-46B6-B47C-48C95666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01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C75B"/>
                </a:solidFill>
                <a:latin typeface="Aptos"/>
                <a:ea typeface="Aptos"/>
                <a:cs typeface="Aptos"/>
              </a:rPr>
              <a:t>Provider / delivery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4EE489-4C38-4CC3-8A29-7F843E27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10100"/>
            <a:ext cx="695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paid_but_denied, malformed_delivery, discovery_poisoning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EE3213-33A4-474D-8CF1-77A55B24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7FBE59-1146-400C-85AF-5A0D5ABD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673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C75B"/>
                </a:solidFill>
                <a:latin typeface="Aptos"/>
                <a:ea typeface="Aptos"/>
                <a:cs typeface="Aptos"/>
              </a:rPr>
              <a:t>Web / metadata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2C99E0-5D9A-47D7-BD5F-E2640871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67300"/>
            <a:ext cx="695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pii_leakage, cache_confusion, duplicate X-PAYMENT headers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BE5814-3652-4539-BE5E-3F3AE9F3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9185C8-ABE5-4AE4-9E04-AA04C06C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245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C75B"/>
                </a:solidFill>
                <a:latin typeface="Aptos"/>
                <a:ea typeface="Aptos"/>
                <a:cs typeface="Aptos"/>
              </a:rPr>
              <a:t>Race / trust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0AA156-A26A-4DB2-B2B0-E2F29500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24500"/>
            <a:ext cx="695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20-request free-riding, low-reputation provider, ERC-8004 identity mismatch</a:t>
            </a:r>
          </a:p>
        </p:txBody>
      </p:sp>
    </p:spTree>
    <p:extLst>
      <p:ext uri="{BB962C8B-B14F-4D97-AF65-F5344CB8AC3E}">
        <p14:creationId xmlns:p14="http://schemas.microsoft.com/office/powerpoint/2010/main" val="15626289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569D93-EA3B-484E-A842-31AE2CEF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EB6AD-3A59-4572-9F72-FD6FD06B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9D592-329B-4E84-AC86-D6C8DC3E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Clear402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75C14-C00D-4A9D-9515-852A8607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53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OriginShift | Hackathon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8F765-9968-4C52-8AE7-39D17FA5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C75B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59DB2-6E77-45BA-A2C8-38FFA744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Clear402 separates live testnet facts from fallback and mock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1F0B9-7B0D-40C8-9973-8CAB967D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87DFA-D776-405B-B9DF-D7B5BD2C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0.0001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BB9C6-F649-4A16-96EB-325C8B8D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SETH recorded allow-path transfer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C6C73-199A-4D00-99CC-878B6E37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77B0D-CA29-43A4-8CE9-9107D869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479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884F3-5F44-45FD-99E8-E28F3E0E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9557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recorded CAW policy denial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FEE5A-1D69-4AAC-A9E0-FD3EED85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2D700E-ED03-499B-9B82-415B105E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1C75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1C75B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A71BD-6FC7-40D5-8BEF-216A2BE8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9557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ordinary dashboard live tx hashes claimed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71A1D-B271-4179-BF6D-0335656A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28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54229-5CFA-4C45-9C66-61100210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1C75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1C75B"/>
                </a:solidFill>
                <a:latin typeface="Aptos Display"/>
                <a:ea typeface="Aptos Display"/>
                <a:cs typeface="Aptos Display"/>
              </a:rPr>
              <a:t>Sepolia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1E9C2-CEAF-4038-8F10-C59651A8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Agent wallet: 0xab42bb255c4660b0879f007ab3ed9ae049d85859\nAllow tx: 0xf0f257dad181ec835c09e131177402c0d2073bf345ca13d394b6aaa170a69011\nPolicy denial: ADDRESS_NOT_WHITELISTED / policy_denied, no tx hash produced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2F607-E553-4FF7-BC6D-1F5AD0BD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Boundary: hackathon demo only; no mainnet, no production readiness, no unrestricted CAW execution.</a:t>
            </a:r>
          </a:p>
        </p:txBody>
      </p:sp>
    </p:spTree>
    <p:extLst>
      <p:ext uri="{BB962C8B-B14F-4D97-AF65-F5344CB8AC3E}">
        <p14:creationId xmlns:p14="http://schemas.microsoft.com/office/powerpoint/2010/main" val="11224291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457D7-73E0-48F6-9B52-8B2AE406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ADBA4-3729-4888-9509-7DD9AE07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6AE70-40E5-4D9D-9890-A4121B53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Clear402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D16FE-F5DF-4B16-B34E-7324AF2A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53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OriginShift | Hackathon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199EA-FC6F-4BA6-AAB0-7B4B9E20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C75B"/>
                </a:solidFill>
                <a:latin typeface="Aptos"/>
                <a:ea typeface="Aptos"/>
                <a:cs typeface="Aptos"/>
              </a:rPr>
              <a:t>COMPLETION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02FEE-3D37-4E43-BB7E-2B93F2D1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Code and evidence are submission-ready; formal PPT and video are still being polished.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CCC00-0E4E-422A-9732-99DB96C0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1ABF0-0F2D-4528-96E2-89632D61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408BB-B8D1-4678-88F7-214F0555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P0 core completion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02300-CDB0-4679-8F5E-E575C02E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95500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C010D-5325-4DB6-A362-9C0ACA55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8EDB8-E2C8-4026-820C-CDA399BE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9557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Phase 16-21 final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4F25B-9A16-4661-8572-17C4596B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95500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D85A8-DF92-43B2-A022-1105A4E9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479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1C75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1C75B"/>
                </a:solidFill>
                <a:latin typeface="Aptos Display"/>
                <a:ea typeface="Aptos Display"/>
                <a:cs typeface="Aptos Display"/>
              </a:rPr>
              <a:t>95%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DA134-36E0-4DED-8F70-F352D6A0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9557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overall final gate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6331E-E5E4-415C-AA5C-863D7D1D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5181F-DA82-4ABD-93B7-C00F7F2F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479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rPr>
              <a:t>35%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A6406-D67F-4DCD-B13F-1CDB21B2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9557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P1 championship backlog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63B6C3-9FE6-4617-AD58-C98FDE07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4762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B439D-5859-49D0-9C3C-F8EE76B1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Ready now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FB18D-F291-4FF5-8D58-8F323C00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README, proposal, runbook, evidence pack, team page, tests, browser E2E, attack lab, and final gate report.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E1C2F-8B2C-4FAC-A244-20834149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19500"/>
            <a:ext cx="4762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3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8AAC4-3551-415F-8A45-A79A26E3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86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rPr>
              <a:t>Still future 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6962F-7C12-4971-B744-7E4D8655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481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ServiceEscrow fund/refund, message_sign, params/message/ABI policies, SSE timeline, signed ProviderQuote, full dual receipt, gateway mode.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55B181-74A7-4D26-8F71-7E76999D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149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C75B"/>
                </a:solidFill>
                <a:latin typeface="Aptos"/>
                <a:ea typeface="Aptos"/>
                <a:cs typeface="Aptos"/>
              </a:rPr>
              <a:t>PPT/video status: current materials are simulation/rehearsal only; formal versions are in urgent polish.</a:t>
            </a:r>
          </a:p>
        </p:txBody>
      </p:sp>
    </p:spTree>
    <p:extLst>
      <p:ext uri="{BB962C8B-B14F-4D97-AF65-F5344CB8AC3E}">
        <p14:creationId xmlns:p14="http://schemas.microsoft.com/office/powerpoint/2010/main" val="477077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6E842-ECCD-43CD-9B43-F50AFCB0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F8A00-E31D-4F8C-9446-32BE0737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059ED-CAFE-4C46-8374-366A45FB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Clear402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6B484-35E3-4355-86DF-2CE4870D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53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AA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8AA5"/>
                </a:solidFill>
                <a:latin typeface="Aptos"/>
                <a:ea typeface="Aptos"/>
                <a:cs typeface="Aptos"/>
              </a:rPr>
              <a:t>OriginShift | Hackathon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8A9DD-4214-40A3-9720-5F7E712E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C75B"/>
                </a:solidFill>
                <a:latin typeface="Aptos"/>
                <a:ea typeface="Aptos"/>
                <a:cs typeface="Aptos"/>
              </a:rPr>
              <a:t>ORIGINSHIFT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1F66D-8669-4566-9570-D82D3D7B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Every shift starts from one origin.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1ab4f247d4c8d"/>
          <a:stretch xmlns:a="http://schemas.openxmlformats.org/drawingml/2006/main"/>
        </p:blipFill>
        <p:spPr>
          <a:xfrm xmlns:a="http://schemas.openxmlformats.org/drawingml/2006/main">
            <a:off x="685800" y="1811338"/>
            <a:ext cx="3714750" cy="2435225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c80476d9345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219075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97B51-82BC-40C3-939C-8B13443A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Qy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fbe32648144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19075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82E64-3885-40E9-A198-2B1BF479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Damia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54dab15c943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219075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69712-D903-4252-B5DA-76F7D514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Max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eaa309a324d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0" y="219075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74AB7-C0EE-4507-8F69-D7CB29D6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76625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Chris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349DB-871D-4844-ADB5-FBFD6ADA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Water is one origin of life and movement. The droplet is the starting point, the reflection is the hoped-for return, and the ripple is the impact we hope careful work can have on blockchain and beyond.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2A054-B9FC-4B6F-B6E2-75A70F82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86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1C7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1C75B"/>
                </a:solidFill>
                <a:latin typeface="Aptos"/>
                <a:ea typeface="Aptos"/>
                <a:cs typeface="Aptos"/>
              </a:rPr>
              <a:t>GitHub: https://github.com/pillowtalk-Qy/clear402</a:t>
            </a:r>
          </a:p>
        </p:txBody>
      </p:sp>
    </p:spTree>
    <p:extLst>
      <p:ext uri="{BB962C8B-B14F-4D97-AF65-F5344CB8AC3E}">
        <p14:creationId xmlns:p14="http://schemas.microsoft.com/office/powerpoint/2010/main" val="1744205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2026-06-13T07:10:55.8380000Z</dcterms:created>
  <dcterms:modified xsi:type="dcterms:W3CDTF">2026-06-13T07:10:55.8380000Z</dcterms:modified>
</coreProperties>
</file>